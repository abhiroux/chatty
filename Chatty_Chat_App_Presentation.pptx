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400"/>
              </a:spcAft>
              <a:defRPr sz="4000" b="1">
                <a:solidFill>
                  <a:srgbClr val="103C6E"/>
                </a:solidFill>
                <a:latin typeface="Times New Roman"/>
              </a:defRPr>
            </a:pPr>
            <a:r>
              <a:t>CHATTY – Real-Time Chat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>
                <a:solidFill>
                  <a:srgbClr val="555555"/>
                </a:solidFill>
                <a:latin typeface="Times New Roman"/>
              </a:defRPr>
            </a:pPr>
            <a:r>
              <a:t>A Full-Stack MERN Application with End-to-End Encryption &amp; Real-Time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657600" cy="25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2000" b="1">
                <a:solidFill>
                  <a:srgbClr val="CC0000"/>
                </a:solidFill>
                <a:latin typeface="Times New Roman"/>
              </a:defRPr>
            </a:pPr>
            <a:r>
              <a:rPr dirty="0"/>
              <a:t>M</a:t>
            </a:r>
            <a:r>
              <a:rPr lang="en-GB" dirty="0" err="1"/>
              <a:t>aj</a:t>
            </a:r>
            <a:r>
              <a:rPr dirty="0"/>
              <a:t>or Project  |  </a:t>
            </a:r>
            <a:r>
              <a:rPr lang="en-GB" dirty="0"/>
              <a:t>4th</a:t>
            </a:r>
            <a:r>
              <a:rPr dirty="0"/>
              <a:t>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Chandigarh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58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555555"/>
                </a:solidFill>
                <a:latin typeface="Times New Roman"/>
              </a:defRPr>
            </a:pPr>
            <a:r>
              <a:rPr dirty="0"/>
              <a:t>Presented by: Abhishek Kumar</a:t>
            </a:r>
            <a:r>
              <a:rPr lang="en-GB" dirty="0"/>
              <a:t> (24MCA20026)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F7C7C7-7F5C-2FA5-F632-901139001B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1.  Introduction &amp; Objectives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2.  Technology Stack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3.  System Architecture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4.  Key Features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5.  Security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6.  Database Design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7.  Future Scope &amp; 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78869-F8AB-F6E8-BE97-331826361AF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INTRODUCTION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03C6E"/>
                </a:solidFill>
                <a:latin typeface="Times New Roman"/>
              </a:defRPr>
            </a:pPr>
            <a:r>
              <a:t>Introduction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Chatty is a modern, full-stack real-time chat application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Built using the MERN stack (MongoDB, Express.js, React, Node.js)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Provides secure, instant messaging with end-to-end encryption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Features a responsive, theme-able 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03C6E"/>
                </a:solidFill>
                <a:latin typeface="Times New Roman"/>
              </a:defRPr>
            </a:pPr>
            <a:r>
              <a:t>Objectives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Enable real-time one-to-one messaging via WebSockets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Implement secure authentication with OTP verification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Support end-to-end encryption for message privacy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Build a friend/connection management system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Create a responsive UI with multiple theme support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Support media sharing (text &amp; images) with cloud storage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776B84-9624-D72C-5369-FCFFBEB607D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03C6E"/>
                </a:solidFill>
                <a:latin typeface="Times New Roman"/>
              </a:defRPr>
            </a:pPr>
            <a:r>
              <a:t>Frontend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React.js – Component-based UI library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Zustand – Lightweight state management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React Router – Client-side routing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DaisyUI + TailwindCSS – Styling &amp; theming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Lucide React – Icon library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React Hot Toast – Notification toasts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03C6E"/>
                </a:solidFill>
                <a:latin typeface="Times New Roman"/>
              </a:defRPr>
            </a:pPr>
            <a:r>
              <a:t>Backend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Node.js + Express.js – Server framework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MongoDB + Mongoose – NoSQL database &amp; ODM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Socket.IO – Real-time bidirectional communication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JSON Web Tokens (JWT) – Authentication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Bcrypt.js – Password hashing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Cloudinary – Cloud-based image storage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Nodemailer – Email OTP delivery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▸  Twilio – SMS OTP delivery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A55AA-4A68-38D9-1FC8-ACA37B269AC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400"/>
              </a:spcAft>
              <a:defRPr sz="1700" b="0">
                <a:solidFill>
                  <a:srgbClr val="333333"/>
                </a:solidFill>
                <a:latin typeface="Times New Roman"/>
              </a:defRPr>
            </a:pPr>
            <a:r>
              <a:t>The application follows a client-server architecture with real-time communication enabled through WebSockets (Socket.IO). The frontend React application communicates with the Express.js backend via RESTful APIs for CRUD operations and Socket.IO for real-time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1371600"/>
          </a:xfrm>
          <a:prstGeom prst="roundRect">
            <a:avLst/>
          </a:prstGeom>
          <a:solidFill>
            <a:srgbClr val="67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React Frontend</a:t>
            </a:r>
            <a:br/>
            <a:r>
              <a:t>(Vite + Zustand)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743200"/>
            <a:ext cx="2560320" cy="1371600"/>
          </a:xfrm>
          <a:prstGeom prst="roundRect">
            <a:avLst/>
          </a:prstGeom>
          <a:solidFill>
            <a:srgbClr val="0D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Socket.IO</a:t>
            </a:r>
            <a:br/>
            <a:r>
              <a:t>(Real-time Layer)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743200"/>
            <a:ext cx="2560320" cy="1371600"/>
          </a:xfrm>
          <a:prstGeom prst="roundRect">
            <a:avLst/>
          </a:prstGeom>
          <a:solidFill>
            <a:srgbClr val="1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Express.js</a:t>
            </a:r>
            <a:br/>
            <a:r>
              <a:t>REST API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743200"/>
            <a:ext cx="2560320" cy="1371600"/>
          </a:xfrm>
          <a:prstGeom prst="roundRect">
            <a:avLst/>
          </a:prstGeom>
          <a:solidFill>
            <a:srgbClr val="8B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MongoDB Atlas</a:t>
            </a:r>
            <a:br/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CC0000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CC0000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CC0000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754880"/>
            <a:ext cx="2286000" cy="10972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Cloudinary</a:t>
            </a:r>
            <a:br/>
            <a:r>
              <a:t>(Image Storage)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754880"/>
            <a:ext cx="2286000" cy="10972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Nodemailer</a:t>
            </a:r>
            <a:br/>
            <a:r>
              <a:t>(Email Service)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754880"/>
            <a:ext cx="2286000" cy="109728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Twilio</a:t>
            </a:r>
            <a:br/>
            <a:r>
              <a:t>(SMS Service)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4C9109-B72A-43CD-9752-2D3EC0D8344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Messaging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Real-time messaging via Socket.IO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Online/Offline user presence status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Image sharing with Cloudinary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Message read receipts (read/unread)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Desktop browser notifications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Sound notifications for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Social Features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Friend request system (send/accept/reject)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User search functionality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Connection management page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Sent requests tracking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Real-time friend event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User Experience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User profile with avatar &amp; bio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Image cropping for profile pictures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Password change functionality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Email/Phone contact update with OTP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32 built-in themes (DaisyUI)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Responsive design (mobile &amp; desktop)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B7FCB5-0C27-A34F-6051-C69B8FDD489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Authentication &amp; Authorization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JWT-based authentication with HTTP-only cookies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Password hashing using Bcrypt (salt rounds: 10)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OTP verification during signup (Email + SMS)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forgot password flow with OTP + reset token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Protected API routes via middleware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CORS policy with origin whitelisting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End-to-End Encryption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End-to-End Encryption (E2EE) using public-key cryptography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Each user generates a public/private key pair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Private key encrypted with user's password (AES wrapping)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Messages encrypted with receiver's public key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Encrypted message fields: text, senderKey, receiverKey, IV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Key re-wrapping on password change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Times New Roman"/>
              </a:defRPr>
            </a:pPr>
            <a:r>
              <a:t>▸  Server never has access to plaintext messages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1861D5-781A-1AA3-BD34-FCA6FA2993B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400"/>
              </a:spcAft>
              <a:defRPr sz="3200" b="1">
                <a:solidFill>
                  <a:srgbClr val="CC0000"/>
                </a:solidFill>
                <a:latin typeface="Times New Roman"/>
              </a:defRPr>
            </a:pPr>
            <a:r>
              <a:t>DATABASE DESIGN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Database Design (MongoDB)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User Model: email, phone, fullName, password (hashed),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   profilePic, bio, publicKey, encryptedPrivateKey, keySalt,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   friends[], friendRequests[], sentFriendRequests[], OTP fields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Message Model: senderId, receiverId, text (encrypted),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   image, iv, senderKey, receiverKey, isRead, timestamps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MongoDB Atlas – Cloud-hosted NoSQL database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Mongoose ODM for schema validation &amp; object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03C6E"/>
                </a:solidFill>
                <a:latin typeface="Times New Roman"/>
              </a:defRPr>
            </a:pPr>
            <a:r>
              <a:t>Future Scope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Group chat and channel support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Voice and video calling (WebRTC)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File sharing (documents, audio, video)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Message search &amp; chat history export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Push notifications (mobile PWA)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Typing indicators &amp; message reactions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▸  Admin dashboard for user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029200"/>
            <a:ext cx="7315200" cy="1371600"/>
          </a:xfrm>
          <a:prstGeom prst="roundRect">
            <a:avLst/>
          </a:prstGeom>
          <a:solidFill>
            <a:srgbClr val="1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CONCLUSION</a:t>
            </a:r>
          </a:p>
          <a:p>
            <a:pPr algn="ctr">
              <a:defRPr sz="1500">
                <a:solidFill>
                  <a:srgbClr val="FFFFFF"/>
                </a:solidFill>
                <a:latin typeface="Times New Roman"/>
              </a:defRPr>
            </a:pPr>
            <a:r>
              <a:t>Chatty successfully demonstrates a production-ready real-time chat system with robust security (E2EE, JWT, OTP), modern UI/UX, and scalable architecture using the MERN stack and Socket.IO.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4D030-7CA9-03EE-294A-290A2E80B54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7020" cy="1051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768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Kumar</cp:lastModifiedBy>
  <cp:revision>2</cp:revision>
  <dcterms:created xsi:type="dcterms:W3CDTF">2013-01-27T09:14:16Z</dcterms:created>
  <dcterms:modified xsi:type="dcterms:W3CDTF">2026-04-13T03:56:43Z</dcterms:modified>
  <cp:category/>
</cp:coreProperties>
</file>